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81" r:id="rId2"/>
    <p:sldId id="282" r:id="rId3"/>
    <p:sldId id="284" r:id="rId4"/>
  </p:sldIdLst>
  <p:sldSz cx="36576000" cy="20574000"/>
  <p:notesSz cx="6858000" cy="9144000"/>
  <p:defaultTextStyle>
    <a:defPPr marL="0" marR="0" indent="0" algn="l" defTabSz="1369222" rtl="0" fontAlgn="auto" latinLnBrk="1" hangingPunct="0">
      <a:lnSpc>
        <a:spcPct val="100000"/>
      </a:lnSpc>
      <a:spcBef>
        <a:spcPts val="0"/>
      </a:spcBef>
      <a:spcAft>
        <a:spcPts val="0"/>
      </a:spcAft>
      <a:buClrTx/>
      <a:buSzTx/>
      <a:buFontTx/>
      <a:buNone/>
      <a:tabLst/>
      <a:defRPr kumimoji="0" sz="2696" b="0" i="0" u="none" strike="noStrike" cap="none" spc="0" normalizeH="0" baseline="0">
        <a:ln>
          <a:noFill/>
        </a:ln>
        <a:solidFill>
          <a:srgbClr val="000000"/>
        </a:solidFill>
        <a:effectLst/>
        <a:uFillTx/>
      </a:defRPr>
    </a:defPPr>
    <a:lvl1pPr marL="0" marR="0" indent="0"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1pPr>
    <a:lvl2pPr marL="0" marR="0" indent="342306"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2pPr>
    <a:lvl3pPr marL="0" marR="0" indent="684612"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3pPr>
    <a:lvl4pPr marL="0" marR="0" indent="1026916"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4pPr>
    <a:lvl5pPr marL="0" marR="0" indent="1369222"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5pPr>
    <a:lvl6pPr marL="0" marR="0" indent="1711528"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6pPr>
    <a:lvl7pPr marL="0" marR="0" indent="2053834"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7pPr>
    <a:lvl8pPr marL="0" marR="0" indent="2396140"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8pPr>
    <a:lvl9pPr marL="0" marR="0" indent="2738446"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1E1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4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132" autoAdjust="0"/>
    <p:restoredTop sz="94660"/>
  </p:normalViewPr>
  <p:slideViewPr>
    <p:cSldViewPr snapToGrid="0">
      <p:cViewPr varScale="1">
        <p:scale>
          <a:sx n="27" d="100"/>
          <a:sy n="27" d="100"/>
        </p:scale>
        <p:origin x="74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381000" y="685800"/>
            <a:ext cx="6096000" cy="3429000"/>
          </a:xfrm>
          <a:prstGeom prst="rect">
            <a:avLst/>
          </a:prstGeom>
        </p:spPr>
        <p:txBody>
          <a:bodyPr/>
          <a:lstStyle/>
          <a:p>
            <a:endParaRPr/>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2478303747"/>
      </p:ext>
    </p:extLst>
  </p:cSld>
  <p:clrMap bg1="lt1" tx1="dk1" bg2="lt2" tx2="dk2" accent1="accent1" accent2="accent2" accent3="accent3" accent4="accent4" accent5="accent5" accent6="accent6" hlink="hlink" folHlink="folHlink"/>
  <p:notesStyle>
    <a:lvl1pPr defTabSz="684612" latinLnBrk="0">
      <a:lnSpc>
        <a:spcPct val="117999"/>
      </a:lnSpc>
      <a:defRPr sz="3294">
        <a:latin typeface="Helvetica Neue"/>
        <a:ea typeface="Helvetica Neue"/>
        <a:cs typeface="Helvetica Neue"/>
        <a:sym typeface="Helvetica Neue"/>
      </a:defRPr>
    </a:lvl1pPr>
    <a:lvl2pPr indent="342306" defTabSz="684612" latinLnBrk="0">
      <a:lnSpc>
        <a:spcPct val="117999"/>
      </a:lnSpc>
      <a:defRPr sz="3294">
        <a:latin typeface="Helvetica Neue"/>
        <a:ea typeface="Helvetica Neue"/>
        <a:cs typeface="Helvetica Neue"/>
        <a:sym typeface="Helvetica Neue"/>
      </a:defRPr>
    </a:lvl2pPr>
    <a:lvl3pPr indent="684612" defTabSz="684612" latinLnBrk="0">
      <a:lnSpc>
        <a:spcPct val="117999"/>
      </a:lnSpc>
      <a:defRPr sz="3294">
        <a:latin typeface="Helvetica Neue"/>
        <a:ea typeface="Helvetica Neue"/>
        <a:cs typeface="Helvetica Neue"/>
        <a:sym typeface="Helvetica Neue"/>
      </a:defRPr>
    </a:lvl3pPr>
    <a:lvl4pPr indent="1026916" defTabSz="684612" latinLnBrk="0">
      <a:lnSpc>
        <a:spcPct val="117999"/>
      </a:lnSpc>
      <a:defRPr sz="3294">
        <a:latin typeface="Helvetica Neue"/>
        <a:ea typeface="Helvetica Neue"/>
        <a:cs typeface="Helvetica Neue"/>
        <a:sym typeface="Helvetica Neue"/>
      </a:defRPr>
    </a:lvl4pPr>
    <a:lvl5pPr indent="1369222" defTabSz="684612" latinLnBrk="0">
      <a:lnSpc>
        <a:spcPct val="117999"/>
      </a:lnSpc>
      <a:defRPr sz="3294">
        <a:latin typeface="Helvetica Neue"/>
        <a:ea typeface="Helvetica Neue"/>
        <a:cs typeface="Helvetica Neue"/>
        <a:sym typeface="Helvetica Neue"/>
      </a:defRPr>
    </a:lvl5pPr>
    <a:lvl6pPr indent="1711528" defTabSz="684612" latinLnBrk="0">
      <a:lnSpc>
        <a:spcPct val="117999"/>
      </a:lnSpc>
      <a:defRPr sz="3294">
        <a:latin typeface="Helvetica Neue"/>
        <a:ea typeface="Helvetica Neue"/>
        <a:cs typeface="Helvetica Neue"/>
        <a:sym typeface="Helvetica Neue"/>
      </a:defRPr>
    </a:lvl6pPr>
    <a:lvl7pPr indent="2053834" defTabSz="684612" latinLnBrk="0">
      <a:lnSpc>
        <a:spcPct val="117999"/>
      </a:lnSpc>
      <a:defRPr sz="3294">
        <a:latin typeface="Helvetica Neue"/>
        <a:ea typeface="Helvetica Neue"/>
        <a:cs typeface="Helvetica Neue"/>
        <a:sym typeface="Helvetica Neue"/>
      </a:defRPr>
    </a:lvl7pPr>
    <a:lvl8pPr indent="2396140" defTabSz="684612" latinLnBrk="0">
      <a:lnSpc>
        <a:spcPct val="117999"/>
      </a:lnSpc>
      <a:defRPr sz="3294">
        <a:latin typeface="Helvetica Neue"/>
        <a:ea typeface="Helvetica Neue"/>
        <a:cs typeface="Helvetica Neue"/>
        <a:sym typeface="Helvetica Neue"/>
      </a:defRPr>
    </a:lvl8pPr>
    <a:lvl9pPr indent="2738446" defTabSz="684612" latinLnBrk="0">
      <a:lnSpc>
        <a:spcPct val="117999"/>
      </a:lnSpc>
      <a:defRPr sz="3294">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684807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55127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160980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Shape 20"/>
          <p:cNvSpPr>
            <a:spLocks noGrp="1"/>
          </p:cNvSpPr>
          <p:nvPr>
            <p:ph type="pic" idx="13"/>
          </p:nvPr>
        </p:nvSpPr>
        <p:spPr>
          <a:xfrm>
            <a:off x="4688955" y="1009652"/>
            <a:ext cx="27203402" cy="13106400"/>
          </a:xfrm>
          <a:prstGeom prst="rect">
            <a:avLst/>
          </a:prstGeom>
        </p:spPr>
        <p:txBody>
          <a:bodyPr lIns="91439" tIns="45719" rIns="91439" bIns="45719" anchor="t">
            <a:noAutofit/>
          </a:bodyPr>
          <a:lstStyle/>
          <a:p>
            <a:endParaRPr/>
          </a:p>
        </p:txBody>
      </p:sp>
      <p:sp>
        <p:nvSpPr>
          <p:cNvPr id="21" name="Shape 21"/>
          <p:cNvSpPr>
            <a:spLocks noGrp="1"/>
          </p:cNvSpPr>
          <p:nvPr>
            <p:ph type="title"/>
          </p:nvPr>
        </p:nvSpPr>
        <p:spPr>
          <a:xfrm>
            <a:off x="952500" y="14173202"/>
            <a:ext cx="34671000" cy="3009900"/>
          </a:xfrm>
          <a:prstGeom prst="rect">
            <a:avLst/>
          </a:prstGeom>
        </p:spPr>
        <p:txBody>
          <a:bodyPr anchor="b"/>
          <a:lstStyle/>
          <a:p>
            <a:r>
              <a:t>Title Text</a:t>
            </a:r>
          </a:p>
        </p:txBody>
      </p:sp>
      <p:sp>
        <p:nvSpPr>
          <p:cNvPr id="22" name="Shape 22"/>
          <p:cNvSpPr>
            <a:spLocks noGrp="1"/>
          </p:cNvSpPr>
          <p:nvPr>
            <p:ph type="body" sz="quarter" idx="1"/>
          </p:nvPr>
        </p:nvSpPr>
        <p:spPr>
          <a:xfrm>
            <a:off x="952500" y="17278351"/>
            <a:ext cx="34671000" cy="2381250"/>
          </a:xfrm>
          <a:prstGeom prst="rect">
            <a:avLst/>
          </a:prstGeom>
        </p:spPr>
        <p:txBody>
          <a:bodyPr anchor="t"/>
          <a:lstStyle>
            <a:lvl1pPr marL="0" indent="0" algn="ctr">
              <a:spcBef>
                <a:spcPts val="0"/>
              </a:spcBef>
              <a:buSzTx/>
              <a:buNone/>
              <a:defRPr sz="6600"/>
            </a:lvl1pPr>
            <a:lvl2pPr marL="0" indent="342882" algn="ctr">
              <a:spcBef>
                <a:spcPts val="0"/>
              </a:spcBef>
              <a:buSzTx/>
              <a:buNone/>
              <a:defRPr sz="6600"/>
            </a:lvl2pPr>
            <a:lvl3pPr marL="0" indent="685764" algn="ctr">
              <a:spcBef>
                <a:spcPts val="0"/>
              </a:spcBef>
              <a:buSzTx/>
              <a:buNone/>
              <a:defRPr sz="6600"/>
            </a:lvl3pPr>
            <a:lvl4pPr marL="0" indent="1028644" algn="ctr">
              <a:spcBef>
                <a:spcPts val="0"/>
              </a:spcBef>
              <a:buSzTx/>
              <a:buNone/>
              <a:defRPr sz="6600"/>
            </a:lvl4pPr>
            <a:lvl5pPr marL="0" indent="1371526" algn="ctr">
              <a:spcBef>
                <a:spcPts val="0"/>
              </a:spcBef>
              <a:buSzTx/>
              <a:buNone/>
              <a:defRPr sz="6600"/>
            </a:lvl5pPr>
          </a:lstStyle>
          <a:p>
            <a:r>
              <a:t>Body Level One</a:t>
            </a:r>
          </a:p>
          <a:p>
            <a:pPr lvl="1"/>
            <a:r>
              <a:t>Body Level Two</a:t>
            </a:r>
          </a:p>
          <a:p>
            <a:pPr lvl="2"/>
            <a:r>
              <a:t>Body Level Three</a:t>
            </a:r>
          </a:p>
          <a:p>
            <a:pPr lvl="3"/>
            <a:r>
              <a:t>Body Level Four</a:t>
            </a:r>
          </a:p>
          <a:p>
            <a:pPr lvl="4"/>
            <a:r>
              <a:t>Body Level Five</a:t>
            </a:r>
          </a:p>
        </p:txBody>
      </p:sp>
      <p:sp>
        <p:nvSpPr>
          <p:cNvPr id="23" name="Shape 2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Shape 30"/>
          <p:cNvSpPr>
            <a:spLocks noGrp="1"/>
          </p:cNvSpPr>
          <p:nvPr>
            <p:ph type="title"/>
          </p:nvPr>
        </p:nvSpPr>
        <p:spPr>
          <a:xfrm>
            <a:off x="2667000" y="6800852"/>
            <a:ext cx="31242000" cy="6972300"/>
          </a:xfrm>
          <a:prstGeom prst="rect">
            <a:avLst/>
          </a:prstGeom>
        </p:spPr>
        <p:txBody>
          <a:bodyPr/>
          <a:lstStyle/>
          <a:p>
            <a:r>
              <a:t>Title Text</a:t>
            </a:r>
          </a:p>
        </p:txBody>
      </p:sp>
      <p:sp>
        <p:nvSpPr>
          <p:cNvPr id="31" name="Shape 3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Shape 38"/>
          <p:cNvSpPr>
            <a:spLocks noGrp="1"/>
          </p:cNvSpPr>
          <p:nvPr>
            <p:ph type="pic" sz="half" idx="13"/>
          </p:nvPr>
        </p:nvSpPr>
        <p:spPr>
          <a:xfrm>
            <a:off x="19748973" y="1657352"/>
            <a:ext cx="14287502" cy="17259300"/>
          </a:xfrm>
          <a:prstGeom prst="rect">
            <a:avLst/>
          </a:prstGeom>
        </p:spPr>
        <p:txBody>
          <a:bodyPr lIns="91439" tIns="45719" rIns="91439" bIns="45719" anchor="t">
            <a:noAutofit/>
          </a:bodyPr>
          <a:lstStyle/>
          <a:p>
            <a:endParaRPr/>
          </a:p>
        </p:txBody>
      </p:sp>
      <p:sp>
        <p:nvSpPr>
          <p:cNvPr id="39" name="Shape 39"/>
          <p:cNvSpPr>
            <a:spLocks noGrp="1"/>
          </p:cNvSpPr>
          <p:nvPr>
            <p:ph type="title"/>
          </p:nvPr>
        </p:nvSpPr>
        <p:spPr>
          <a:xfrm>
            <a:off x="2476503" y="1657350"/>
            <a:ext cx="15335250" cy="8420100"/>
          </a:xfrm>
          <a:prstGeom prst="rect">
            <a:avLst/>
          </a:prstGeom>
        </p:spPr>
        <p:txBody>
          <a:bodyPr anchor="b"/>
          <a:lstStyle>
            <a:lvl1pPr>
              <a:defRPr sz="12598"/>
            </a:lvl1pPr>
          </a:lstStyle>
          <a:p>
            <a:r>
              <a:t>Title Text</a:t>
            </a:r>
          </a:p>
        </p:txBody>
      </p:sp>
      <p:sp>
        <p:nvSpPr>
          <p:cNvPr id="40" name="Shape 40"/>
          <p:cNvSpPr>
            <a:spLocks noGrp="1"/>
          </p:cNvSpPr>
          <p:nvPr>
            <p:ph type="body" sz="quarter" idx="1"/>
          </p:nvPr>
        </p:nvSpPr>
        <p:spPr>
          <a:xfrm>
            <a:off x="2476503" y="10267950"/>
            <a:ext cx="15335250" cy="8648700"/>
          </a:xfrm>
          <a:prstGeom prst="rect">
            <a:avLst/>
          </a:prstGeom>
        </p:spPr>
        <p:txBody>
          <a:bodyPr anchor="t"/>
          <a:lstStyle>
            <a:lvl1pPr marL="0" indent="0" algn="ctr">
              <a:spcBef>
                <a:spcPts val="0"/>
              </a:spcBef>
              <a:buSzTx/>
              <a:buNone/>
              <a:defRPr sz="6600"/>
            </a:lvl1pPr>
            <a:lvl2pPr marL="0" indent="342882" algn="ctr">
              <a:spcBef>
                <a:spcPts val="0"/>
              </a:spcBef>
              <a:buSzTx/>
              <a:buNone/>
              <a:defRPr sz="6600"/>
            </a:lvl2pPr>
            <a:lvl3pPr marL="0" indent="685764" algn="ctr">
              <a:spcBef>
                <a:spcPts val="0"/>
              </a:spcBef>
              <a:buSzTx/>
              <a:buNone/>
              <a:defRPr sz="6600"/>
            </a:lvl3pPr>
            <a:lvl4pPr marL="0" indent="1028644" algn="ctr">
              <a:spcBef>
                <a:spcPts val="0"/>
              </a:spcBef>
              <a:buSzTx/>
              <a:buNone/>
              <a:defRPr sz="6600"/>
            </a:lvl4pPr>
            <a:lvl5pPr marL="0" indent="1371526" algn="ctr">
              <a:spcBef>
                <a:spcPts val="0"/>
              </a:spcBef>
              <a:buSzTx/>
              <a:buNone/>
              <a:defRPr sz="6600"/>
            </a:lvl5pPr>
          </a:lstStyle>
          <a:p>
            <a:r>
              <a:t>Body Level One</a:t>
            </a:r>
          </a:p>
          <a:p>
            <a:pPr lvl="1"/>
            <a:r>
              <a:t>Body Level Two</a:t>
            </a:r>
          </a:p>
          <a:p>
            <a:pPr lvl="2"/>
            <a:r>
              <a:t>Body Level Three</a:t>
            </a:r>
          </a:p>
          <a:p>
            <a:pPr lvl="3"/>
            <a:r>
              <a:t>Body Level Four</a:t>
            </a:r>
          </a:p>
          <a:p>
            <a:pPr lvl="4"/>
            <a:r>
              <a:t>Body Level Five</a:t>
            </a:r>
          </a:p>
        </p:txBody>
      </p:sp>
      <p:sp>
        <p:nvSpPr>
          <p:cNvPr id="41" name="Shape 4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Shape 48"/>
          <p:cNvSpPr>
            <a:spLocks noGrp="1"/>
          </p:cNvSpPr>
          <p:nvPr>
            <p:ph type="title"/>
          </p:nvPr>
        </p:nvSpPr>
        <p:spPr>
          <a:prstGeom prst="rect">
            <a:avLst/>
          </a:prstGeom>
        </p:spPr>
        <p:txBody>
          <a:bodyPr/>
          <a:lstStyle/>
          <a:p>
            <a:r>
              <a:t>Title Text</a:t>
            </a:r>
          </a:p>
        </p:txBody>
      </p:sp>
      <p:sp>
        <p:nvSpPr>
          <p:cNvPr id="49" name="Shape 49"/>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Shape 56"/>
          <p:cNvSpPr>
            <a:spLocks noGrp="1"/>
          </p:cNvSpPr>
          <p:nvPr>
            <p:ph type="title"/>
          </p:nvPr>
        </p:nvSpPr>
        <p:spPr>
          <a:prstGeom prst="rect">
            <a:avLst/>
          </a:prstGeom>
        </p:spPr>
        <p:txBody>
          <a:bodyPr/>
          <a:lstStyle/>
          <a:p>
            <a:r>
              <a:t>Title Text</a:t>
            </a:r>
          </a:p>
        </p:txBody>
      </p:sp>
      <p:sp>
        <p:nvSpPr>
          <p:cNvPr id="57" name="Shape 57"/>
          <p:cNvSpPr>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8" name="Shape 5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Shape 65"/>
          <p:cNvSpPr>
            <a:spLocks noGrp="1"/>
          </p:cNvSpPr>
          <p:nvPr>
            <p:ph type="pic" sz="half" idx="13"/>
          </p:nvPr>
        </p:nvSpPr>
        <p:spPr>
          <a:xfrm>
            <a:off x="19754850" y="4857753"/>
            <a:ext cx="14287500" cy="13811250"/>
          </a:xfrm>
          <a:prstGeom prst="rect">
            <a:avLst/>
          </a:prstGeom>
        </p:spPr>
        <p:txBody>
          <a:bodyPr lIns="91439" tIns="45719" rIns="91439" bIns="45719" anchor="t">
            <a:noAutofit/>
          </a:bodyPr>
          <a:lstStyle/>
          <a:p>
            <a:endParaRPr/>
          </a:p>
        </p:txBody>
      </p:sp>
      <p:sp>
        <p:nvSpPr>
          <p:cNvPr id="66" name="Shape 66"/>
          <p:cNvSpPr>
            <a:spLocks noGrp="1"/>
          </p:cNvSpPr>
          <p:nvPr>
            <p:ph type="title"/>
          </p:nvPr>
        </p:nvSpPr>
        <p:spPr>
          <a:prstGeom prst="rect">
            <a:avLst/>
          </a:prstGeom>
        </p:spPr>
        <p:txBody>
          <a:bodyPr/>
          <a:lstStyle/>
          <a:p>
            <a:r>
              <a:t>Title Text</a:t>
            </a:r>
          </a:p>
        </p:txBody>
      </p:sp>
      <p:sp>
        <p:nvSpPr>
          <p:cNvPr id="67" name="Shape 67"/>
          <p:cNvSpPr>
            <a:spLocks noGrp="1"/>
          </p:cNvSpPr>
          <p:nvPr>
            <p:ph type="body" sz="half" idx="1"/>
          </p:nvPr>
        </p:nvSpPr>
        <p:spPr>
          <a:xfrm>
            <a:off x="2533650" y="4857753"/>
            <a:ext cx="15011400" cy="13811250"/>
          </a:xfrm>
          <a:prstGeom prst="rect">
            <a:avLst/>
          </a:prstGeom>
        </p:spPr>
        <p:txBody>
          <a:bodyPr/>
          <a:lstStyle>
            <a:lvl1pPr marL="838154" indent="-838154">
              <a:spcBef>
                <a:spcPts val="6750"/>
              </a:spcBef>
              <a:defRPr sz="6750"/>
            </a:lvl1pPr>
            <a:lvl2pPr marL="1676310" indent="-838154">
              <a:spcBef>
                <a:spcPts val="6750"/>
              </a:spcBef>
              <a:defRPr sz="6750"/>
            </a:lvl2pPr>
            <a:lvl3pPr marL="2514464" indent="-838154">
              <a:spcBef>
                <a:spcPts val="6750"/>
              </a:spcBef>
              <a:defRPr sz="6750"/>
            </a:lvl3pPr>
            <a:lvl4pPr marL="3352620" indent="-838154">
              <a:spcBef>
                <a:spcPts val="6750"/>
              </a:spcBef>
              <a:defRPr sz="6750"/>
            </a:lvl4pPr>
            <a:lvl5pPr marL="4190774" indent="-838154">
              <a:spcBef>
                <a:spcPts val="6750"/>
              </a:spcBef>
              <a:defRPr sz="6750"/>
            </a:lvl5pPr>
          </a:lstStyle>
          <a:p>
            <a:r>
              <a:t>Body Level One</a:t>
            </a:r>
          </a:p>
          <a:p>
            <a:pPr lvl="1"/>
            <a:r>
              <a:t>Body Level Two</a:t>
            </a:r>
          </a:p>
          <a:p>
            <a:pPr lvl="2"/>
            <a:r>
              <a:t>Body Level Three</a:t>
            </a:r>
          </a:p>
          <a:p>
            <a:pPr lvl="3"/>
            <a:r>
              <a:t>Body Level Four</a:t>
            </a:r>
          </a:p>
          <a:p>
            <a:pPr lvl="4"/>
            <a:r>
              <a:t>Body Level Five</a:t>
            </a:r>
          </a:p>
        </p:txBody>
      </p:sp>
      <p:sp>
        <p:nvSpPr>
          <p:cNvPr id="68" name="Shape 6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Shape 75"/>
          <p:cNvSpPr>
            <a:spLocks noGrp="1"/>
          </p:cNvSpPr>
          <p:nvPr>
            <p:ph type="body" idx="1"/>
          </p:nvPr>
        </p:nvSpPr>
        <p:spPr>
          <a:xfrm>
            <a:off x="2533650" y="2667001"/>
            <a:ext cx="31508700" cy="1522095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6" name="Shape 76"/>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Shape 83"/>
          <p:cNvSpPr>
            <a:spLocks noGrp="1"/>
          </p:cNvSpPr>
          <p:nvPr>
            <p:ph type="pic" sz="quarter" idx="13"/>
          </p:nvPr>
        </p:nvSpPr>
        <p:spPr>
          <a:xfrm>
            <a:off x="23641053" y="10572751"/>
            <a:ext cx="11106150" cy="8324850"/>
          </a:xfrm>
          <a:prstGeom prst="rect">
            <a:avLst/>
          </a:prstGeom>
        </p:spPr>
        <p:txBody>
          <a:bodyPr lIns="91439" tIns="45719" rIns="91439" bIns="45719" anchor="t">
            <a:noAutofit/>
          </a:bodyPr>
          <a:lstStyle/>
          <a:p>
            <a:endParaRPr/>
          </a:p>
        </p:txBody>
      </p:sp>
      <p:sp>
        <p:nvSpPr>
          <p:cNvPr id="84" name="Shape 84"/>
          <p:cNvSpPr>
            <a:spLocks noGrp="1"/>
          </p:cNvSpPr>
          <p:nvPr>
            <p:ph type="pic" sz="quarter" idx="14"/>
          </p:nvPr>
        </p:nvSpPr>
        <p:spPr>
          <a:xfrm>
            <a:off x="23641053" y="1695451"/>
            <a:ext cx="11106150" cy="8324850"/>
          </a:xfrm>
          <a:prstGeom prst="rect">
            <a:avLst/>
          </a:prstGeom>
        </p:spPr>
        <p:txBody>
          <a:bodyPr lIns="91439" tIns="45719" rIns="91439" bIns="45719" anchor="t">
            <a:noAutofit/>
          </a:bodyPr>
          <a:lstStyle/>
          <a:p>
            <a:endParaRPr/>
          </a:p>
        </p:txBody>
      </p:sp>
      <p:sp>
        <p:nvSpPr>
          <p:cNvPr id="85" name="Shape 85"/>
          <p:cNvSpPr>
            <a:spLocks noGrp="1"/>
          </p:cNvSpPr>
          <p:nvPr>
            <p:ph type="pic" idx="15"/>
          </p:nvPr>
        </p:nvSpPr>
        <p:spPr>
          <a:xfrm>
            <a:off x="1809750" y="1695451"/>
            <a:ext cx="21259800" cy="17202150"/>
          </a:xfrm>
          <a:prstGeom prst="rect">
            <a:avLst/>
          </a:prstGeom>
        </p:spPr>
        <p:txBody>
          <a:bodyPr lIns="91439" tIns="45719" rIns="91439" bIns="45719" anchor="t">
            <a:noAutofit/>
          </a:bodyPr>
          <a:lstStyle/>
          <a:p>
            <a:endParaRPr/>
          </a:p>
        </p:txBody>
      </p:sp>
      <p:sp>
        <p:nvSpPr>
          <p:cNvPr id="86" name="Shape 86"/>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Shape 93"/>
          <p:cNvSpPr>
            <a:spLocks noGrp="1"/>
          </p:cNvSpPr>
          <p:nvPr>
            <p:ph type="body" sz="quarter" idx="13"/>
          </p:nvPr>
        </p:nvSpPr>
        <p:spPr>
          <a:xfrm>
            <a:off x="3581403" y="13430251"/>
            <a:ext cx="29432250" cy="979755"/>
          </a:xfrm>
          <a:prstGeom prst="rect">
            <a:avLst/>
          </a:prstGeom>
        </p:spPr>
        <p:txBody>
          <a:bodyPr anchor="t">
            <a:spAutoFit/>
          </a:bodyPr>
          <a:lstStyle>
            <a:lvl1pPr marL="0" indent="0" algn="ctr">
              <a:spcBef>
                <a:spcPts val="0"/>
              </a:spcBef>
              <a:buSzTx/>
              <a:buNone/>
              <a:defRPr sz="5700">
                <a:latin typeface="Helvetica"/>
                <a:ea typeface="Helvetica"/>
                <a:cs typeface="Helvetica"/>
                <a:sym typeface="Helvetica"/>
              </a:defRPr>
            </a:lvl1pPr>
          </a:lstStyle>
          <a:p>
            <a:r>
              <a:t>–Johnny Appleseed</a:t>
            </a:r>
          </a:p>
        </p:txBody>
      </p:sp>
      <p:sp>
        <p:nvSpPr>
          <p:cNvPr id="94" name="Shape 94"/>
          <p:cNvSpPr>
            <a:spLocks noGrp="1"/>
          </p:cNvSpPr>
          <p:nvPr>
            <p:ph type="body" sz="quarter" idx="14"/>
          </p:nvPr>
        </p:nvSpPr>
        <p:spPr>
          <a:xfrm>
            <a:off x="3581403" y="9083251"/>
            <a:ext cx="29432250" cy="1302601"/>
          </a:xfrm>
          <a:prstGeom prst="rect">
            <a:avLst/>
          </a:prstGeom>
        </p:spPr>
        <p:txBody>
          <a:bodyPr>
            <a:spAutoFit/>
          </a:bodyPr>
          <a:lstStyle>
            <a:lvl1pPr marL="0" indent="0" algn="ctr">
              <a:spcBef>
                <a:spcPts val="0"/>
              </a:spcBef>
              <a:buSzTx/>
              <a:buNone/>
            </a:lvl1pPr>
          </a:lstStyle>
          <a:p>
            <a:r>
              <a:t>“Type a quote here.” </a:t>
            </a:r>
          </a:p>
        </p:txBody>
      </p:sp>
      <p:sp>
        <p:nvSpPr>
          <p:cNvPr id="95" name="Shape 95"/>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Shape 102"/>
          <p:cNvSpPr>
            <a:spLocks noGrp="1"/>
          </p:cNvSpPr>
          <p:nvPr>
            <p:ph type="pic" idx="13"/>
          </p:nvPr>
        </p:nvSpPr>
        <p:spPr>
          <a:xfrm>
            <a:off x="0" y="2"/>
            <a:ext cx="36576000" cy="20574000"/>
          </a:xfrm>
          <a:prstGeom prst="rect">
            <a:avLst/>
          </a:prstGeom>
        </p:spPr>
        <p:txBody>
          <a:bodyPr lIns="91439" tIns="45719" rIns="91439" bIns="45719" anchor="t">
            <a:noAutofit/>
          </a:bodyPr>
          <a:lstStyle/>
          <a:p>
            <a:endParaRPr/>
          </a:p>
        </p:txBody>
      </p:sp>
      <p:sp>
        <p:nvSpPr>
          <p:cNvPr id="103" name="Shape 10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hape 110"/>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2533650" y="1428750"/>
            <a:ext cx="31508700" cy="34290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normAutofit/>
          </a:bodyPr>
          <a:lstStyle/>
          <a:p>
            <a:r>
              <a:t>Title Text</a:t>
            </a:r>
          </a:p>
        </p:txBody>
      </p:sp>
      <p:sp>
        <p:nvSpPr>
          <p:cNvPr id="3" name="Shape 3"/>
          <p:cNvSpPr>
            <a:spLocks noGrp="1"/>
          </p:cNvSpPr>
          <p:nvPr>
            <p:ph type="body" idx="1"/>
          </p:nvPr>
        </p:nvSpPr>
        <p:spPr>
          <a:xfrm>
            <a:off x="2533650" y="4857753"/>
            <a:ext cx="31508700" cy="1381125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hape 4"/>
          <p:cNvSpPr>
            <a:spLocks noGrp="1"/>
          </p:cNvSpPr>
          <p:nvPr>
            <p:ph type="sldNum" sz="quarter" idx="2"/>
          </p:nvPr>
        </p:nvSpPr>
        <p:spPr>
          <a:xfrm>
            <a:off x="17880931" y="19621502"/>
            <a:ext cx="795089" cy="656590"/>
          </a:xfrm>
          <a:prstGeom prst="rect">
            <a:avLst/>
          </a:prstGeom>
          <a:ln w="12700">
            <a:miter lim="400000"/>
          </a:ln>
        </p:spPr>
        <p:txBody>
          <a:bodyPr wrap="none" lIns="50800" tIns="50800" rIns="50800" bIns="50800">
            <a:spAutoFit/>
          </a:bodyPr>
          <a:lstStyle>
            <a:lvl1pPr>
              <a:defRPr sz="36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ransition spd="med"/>
  <p:txStyles>
    <p:titleStyle>
      <a:lvl1pPr marL="0" marR="0" indent="0"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1pPr>
      <a:lvl2pPr marL="0" marR="0" indent="342882"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2pPr>
      <a:lvl3pPr marL="0" marR="0" indent="685764"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3pPr>
      <a:lvl4pPr marL="0" marR="0" indent="1028644"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4pPr>
      <a:lvl5pPr marL="0" marR="0" indent="1371526"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5pPr>
      <a:lvl6pPr marL="0" marR="0" indent="1714408"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6pPr>
      <a:lvl7pPr marL="0" marR="0" indent="2057290"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7pPr>
      <a:lvl8pPr marL="0" marR="0" indent="2400170"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8pPr>
      <a:lvl9pPr marL="0" marR="0" indent="2743052"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9pPr>
    </p:titleStyle>
    <p:bodyStyle>
      <a:lvl1pPr marL="952448"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1pPr>
      <a:lvl2pPr marL="1904898"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2pPr>
      <a:lvl3pPr marL="2857346"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3pPr>
      <a:lvl4pPr marL="3809796"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4pPr>
      <a:lvl5pPr marL="4762244"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5pPr>
      <a:lvl6pPr marL="5714692"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6pPr>
      <a:lvl7pPr marL="6667142"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7pPr>
      <a:lvl8pPr marL="7619590"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8pPr>
      <a:lvl9pPr marL="8572040"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9pPr>
    </p:bodyStyle>
    <p:otherStyle>
      <a:lvl1pPr marL="0" marR="0" indent="0"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1pPr>
      <a:lvl2pPr marL="0" marR="0" indent="342882"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2pPr>
      <a:lvl3pPr marL="0" marR="0" indent="685764"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3pPr>
      <a:lvl4pPr marL="0" marR="0" indent="1028644"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4pPr>
      <a:lvl5pPr marL="0" marR="0" indent="1371526"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5pPr>
      <a:lvl6pPr marL="0" marR="0" indent="1714408"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6pPr>
      <a:lvl7pPr marL="0" marR="0" indent="2057290"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7pPr>
      <a:lvl8pPr marL="0" marR="0" indent="2400170"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8pPr>
      <a:lvl9pPr marL="0" marR="0" indent="2743052"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9859604"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Arrays as method parameters</a:t>
            </a:r>
          </a:p>
        </p:txBody>
      </p:sp>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Parameter to the main method is an array of String.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If method as the entry point to application, can pass data on the command line to this method.</a:t>
            </a:r>
          </a:p>
        </p:txBody>
      </p:sp>
      <p:pic>
        <p:nvPicPr>
          <p:cNvPr id="3" name="Picture 2">
            <a:extLst>
              <a:ext uri="{FF2B5EF4-FFF2-40B4-BE49-F238E27FC236}">
                <a16:creationId xmlns:a16="http://schemas.microsoft.com/office/drawing/2014/main" id="{3ECDBCA6-49D3-D841-081C-D8CE7206C8D1}"/>
              </a:ext>
            </a:extLst>
          </p:cNvPr>
          <p:cNvPicPr>
            <a:picLocks noChangeAspect="1"/>
          </p:cNvPicPr>
          <p:nvPr/>
        </p:nvPicPr>
        <p:blipFill>
          <a:blip r:embed="rId3"/>
          <a:stretch>
            <a:fillRect/>
          </a:stretch>
        </p:blipFill>
        <p:spPr>
          <a:xfrm>
            <a:off x="8154667" y="3593725"/>
            <a:ext cx="20266666" cy="3066666"/>
          </a:xfrm>
          <a:prstGeom prst="rect">
            <a:avLst/>
          </a:prstGeom>
        </p:spPr>
      </p:pic>
    </p:spTree>
    <p:extLst>
      <p:ext uri="{BB962C8B-B14F-4D97-AF65-F5344CB8AC3E}">
        <p14:creationId xmlns:p14="http://schemas.microsoft.com/office/powerpoint/2010/main" val="2689893750"/>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8748722"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Variable arguments (</a:t>
            </a:r>
            <a:r>
              <a:rPr lang="en-US" sz="10800" dirty="0" err="1">
                <a:latin typeface="Open Sans" panose="020B0606030504020204" pitchFamily="34" charset="0"/>
                <a:ea typeface="Open Sans" panose="020B0606030504020204" pitchFamily="34" charset="0"/>
                <a:cs typeface="Open Sans" panose="020B0606030504020204" pitchFamily="34" charset="0"/>
              </a:rPr>
              <a:t>varargs</a:t>
            </a:r>
            <a:r>
              <a:rPr lang="en-US" sz="10800" dirty="0">
                <a:latin typeface="Open Sans" panose="020B0606030504020204" pitchFamily="34" charset="0"/>
                <a:ea typeface="Open Sans" panose="020B0606030504020204" pitchFamily="34" charset="0"/>
                <a:cs typeface="Open Sans" panose="020B0606030504020204" pitchFamily="34" charset="0"/>
              </a:rPr>
              <a:t>)</a:t>
            </a:r>
          </a:p>
        </p:txBody>
      </p:sp>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8" name="Rectangle 7">
            <a:extLst>
              <a:ext uri="{FF2B5EF4-FFF2-40B4-BE49-F238E27FC236}">
                <a16:creationId xmlns:a16="http://schemas.microsoft.com/office/drawing/2014/main" id="{89DBB243-EF27-4345-872D-E76597E95619}"/>
              </a:ext>
            </a:extLst>
          </p:cNvPr>
          <p:cNvSpPr/>
          <p:nvPr/>
        </p:nvSpPr>
        <p:spPr>
          <a:xfrm>
            <a:off x="896665" y="2739320"/>
            <a:ext cx="34782670" cy="6724932"/>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Can replace the brackets after the String type, tells us this method will take an array of String.</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Can replace that with three periods.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Special designation for Java that means Java will take zero, one, or many Strings as arguments to this method and create an array with which to process them in the method.</a:t>
            </a:r>
          </a:p>
        </p:txBody>
      </p:sp>
      <p:pic>
        <p:nvPicPr>
          <p:cNvPr id="5" name="Picture 4">
            <a:extLst>
              <a:ext uri="{FF2B5EF4-FFF2-40B4-BE49-F238E27FC236}">
                <a16:creationId xmlns:a16="http://schemas.microsoft.com/office/drawing/2014/main" id="{4CF1E6A4-E336-9236-DC9A-BF43650EDCC5}"/>
              </a:ext>
            </a:extLst>
          </p:cNvPr>
          <p:cNvPicPr>
            <a:picLocks noChangeAspect="1"/>
          </p:cNvPicPr>
          <p:nvPr/>
        </p:nvPicPr>
        <p:blipFill>
          <a:blip r:embed="rId3"/>
          <a:stretch>
            <a:fillRect/>
          </a:stretch>
        </p:blipFill>
        <p:spPr>
          <a:xfrm>
            <a:off x="3925567" y="9405559"/>
            <a:ext cx="20266666" cy="3047620"/>
          </a:xfrm>
          <a:prstGeom prst="rect">
            <a:avLst/>
          </a:prstGeom>
        </p:spPr>
      </p:pic>
      <p:sp>
        <p:nvSpPr>
          <p:cNvPr id="2" name="Rectangle 1">
            <a:extLst>
              <a:ext uri="{FF2B5EF4-FFF2-40B4-BE49-F238E27FC236}">
                <a16:creationId xmlns:a16="http://schemas.microsoft.com/office/drawing/2014/main" id="{3F0C54F1-D3DC-2EE2-DFEC-356BB30103E8}"/>
              </a:ext>
            </a:extLst>
          </p:cNvPr>
          <p:cNvSpPr/>
          <p:nvPr/>
        </p:nvSpPr>
        <p:spPr>
          <a:xfrm>
            <a:off x="666751" y="12732388"/>
            <a:ext cx="34782670" cy="4153182"/>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array will be called </a:t>
            </a:r>
            <a:r>
              <a:rPr lang="en-US" sz="6400" dirty="0" err="1">
                <a:latin typeface="Open Sans" panose="020B0606030504020204" pitchFamily="34" charset="0"/>
                <a:ea typeface="Open Sans" panose="020B0606030504020204" pitchFamily="34" charset="0"/>
                <a:cs typeface="Open Sans" panose="020B0606030504020204" pitchFamily="34" charset="0"/>
              </a:rPr>
              <a:t>args</a:t>
            </a:r>
            <a:r>
              <a:rPr lang="en-US" sz="6400" dirty="0">
                <a:latin typeface="Open Sans" panose="020B0606030504020204" pitchFamily="34" charset="0"/>
                <a:ea typeface="Open Sans" panose="020B0606030504020204" pitchFamily="34" charset="0"/>
                <a:cs typeface="Open Sans" panose="020B0606030504020204" pitchFamily="34" charset="0"/>
              </a:rPr>
              <a:t> and be of type String.</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difference is minor within the method body but significant to the code that calls the method.</a:t>
            </a:r>
          </a:p>
        </p:txBody>
      </p:sp>
    </p:spTree>
    <p:extLst>
      <p:ext uri="{BB962C8B-B14F-4D97-AF65-F5344CB8AC3E}">
        <p14:creationId xmlns:p14="http://schemas.microsoft.com/office/powerpoint/2010/main" val="1972291569"/>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31718619"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When can you use variable arguments (</a:t>
            </a:r>
            <a:r>
              <a:rPr lang="en-US" sz="10800" dirty="0" err="1">
                <a:latin typeface="Open Sans" panose="020B0606030504020204" pitchFamily="34" charset="0"/>
                <a:ea typeface="Open Sans" panose="020B0606030504020204" pitchFamily="34" charset="0"/>
                <a:cs typeface="Open Sans" panose="020B0606030504020204" pitchFamily="34" charset="0"/>
              </a:rPr>
              <a:t>varargs</a:t>
            </a:r>
            <a:r>
              <a:rPr lang="en-US" sz="10800" dirty="0">
                <a:latin typeface="Open Sans" panose="020B0606030504020204" pitchFamily="34" charset="0"/>
                <a:ea typeface="Open Sans" panose="020B0606030504020204" pitchFamily="34" charset="0"/>
                <a:cs typeface="Open Sans" panose="020B0606030504020204" pitchFamily="34" charset="0"/>
              </a:rPr>
              <a:t>) ?</a:t>
            </a:r>
          </a:p>
        </p:txBody>
      </p:sp>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There can be only one variable argument in a method.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variable argument must be the last argument.</a:t>
            </a:r>
          </a:p>
        </p:txBody>
      </p:sp>
    </p:spTree>
    <p:extLst>
      <p:ext uri="{BB962C8B-B14F-4D97-AF65-F5344CB8AC3E}">
        <p14:creationId xmlns:p14="http://schemas.microsoft.com/office/powerpoint/2010/main" val="2078311469"/>
      </p:ext>
    </p:extLst>
  </p:cSld>
  <p:clrMapOvr>
    <a:masterClrMapping/>
  </p:clrMapOvr>
  <p:transition spd="slow"/>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635</TotalTime>
  <Words>161</Words>
  <Application>Microsoft Office PowerPoint</Application>
  <PresentationFormat>Custom</PresentationFormat>
  <Paragraphs>14</Paragraphs>
  <Slides>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Helvetica</vt:lpstr>
      <vt:lpstr>Helvetica Light</vt:lpstr>
      <vt:lpstr>Helvetica Neue</vt:lpstr>
      <vt:lpstr>Open Sans</vt:lpstr>
      <vt:lpstr>White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Gigabyte</dc:creator>
  <cp:lastModifiedBy>Mario Liebenberg</cp:lastModifiedBy>
  <cp:revision>167</cp:revision>
  <dcterms:modified xsi:type="dcterms:W3CDTF">2025-12-26T13:14:42Z</dcterms:modified>
</cp:coreProperties>
</file>